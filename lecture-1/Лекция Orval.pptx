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1"/>
  </p:notesMasterIdLst>
  <p:sldIdLst>
    <p:sldId id="1859" r:id="rId3"/>
    <p:sldId id="1860" r:id="rId4"/>
    <p:sldId id="1861" r:id="rId5"/>
    <p:sldId id="1898" r:id="rId6"/>
    <p:sldId id="1899" r:id="rId7"/>
    <p:sldId id="1900" r:id="rId8"/>
    <p:sldId id="1901" r:id="rId9"/>
    <p:sldId id="190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28D03F-8394-4790-A791-D16D74A6F8D4}">
          <p14:sldIdLst>
            <p14:sldId id="1859"/>
            <p14:sldId id="1860"/>
            <p14:sldId id="1861"/>
            <p14:sldId id="1898"/>
            <p14:sldId id="1899"/>
            <p14:sldId id="1900"/>
            <p14:sldId id="1901"/>
            <p14:sldId id="19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B68EB-9E29-48E7-962C-9421A5F8C5A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900D3-F010-47A8-A413-2943FD0AE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75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19666" y="2827365"/>
            <a:ext cx="7615767" cy="1583916"/>
          </a:xfrm>
          <a:prstGeom prst="rect">
            <a:avLst/>
          </a:prstGeom>
        </p:spPr>
        <p:txBody>
          <a:bodyPr lIns="0" tIns="0" rIns="0" bIns="0"/>
          <a:lstStyle>
            <a:lvl1pPr>
              <a:defRPr sz="3597" b="1">
                <a:solidFill>
                  <a:srgbClr val="404040"/>
                </a:solidFill>
                <a:latin typeface="+mn-lt"/>
              </a:defRPr>
            </a:lvl1pPr>
          </a:lstStyle>
          <a:p>
            <a:pPr marL="0" marR="0" lvl="0" indent="0" defTabSz="121807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59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/>
              </a:rPr>
              <a:t>Тема презентации</a:t>
            </a:r>
            <a:endParaRPr kumimoji="0" lang="en-US" sz="3597" b="1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19666" y="5059671"/>
            <a:ext cx="7615767" cy="3792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ru-RU" dirty="0">
                <a:latin typeface="Arial" pitchFamily="34" charset="0"/>
                <a:cs typeface="Arial" pitchFamily="34" charset="0"/>
              </a:rPr>
              <a:t>Наименование мероприятия </a:t>
            </a:r>
            <a:r>
              <a:rPr lang="en-US" dirty="0">
                <a:latin typeface="Arial" pitchFamily="34" charset="0"/>
                <a:cs typeface="Arial" pitchFamily="34" charset="0"/>
              </a:rPr>
              <a:t>/</a:t>
            </a:r>
            <a:r>
              <a:rPr lang="ru-RU" dirty="0">
                <a:latin typeface="Arial" pitchFamily="34" charset="0"/>
                <a:cs typeface="Arial" pitchFamily="34" charset="0"/>
              </a:rPr>
              <a:t> название площадки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719666" y="5610804"/>
            <a:ext cx="7615767" cy="29104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80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5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12180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65" b="1" dirty="0">
                <a:solidFill>
                  <a:srgbClr val="333333"/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rPr>
              <a:t>ФИО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719666" y="5898539"/>
            <a:ext cx="7615767" cy="37922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80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12180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65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rPr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50176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78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81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5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03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510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5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4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9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31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28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89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613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939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953928" y="38400"/>
            <a:ext cx="8876299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pc="0" baseline="0"/>
            </a:lvl1pPr>
          </a:lstStyle>
          <a:p>
            <a:pPr lvl="0"/>
            <a:r>
              <a:rPr lang="ru-RU" alt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4151472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pos="1232">
          <p15:clr>
            <a:srgbClr val="FBAE40"/>
          </p15:clr>
        </p15:guide>
        <p15:guide id="2" orient="horz" pos="4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64096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800" y="482153"/>
            <a:ext cx="3106425" cy="115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1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554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89" indent="-228389" algn="l" defTabSz="91355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66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943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720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497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274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051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828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605" indent="-228389" algn="l" defTabSz="9135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77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554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1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108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885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663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440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4217" algn="l" defTabSz="91355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10DE10-C5AF-1F49-82CD-021CAF553CCC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687" y="106965"/>
            <a:ext cx="1766225" cy="65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2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  <p:sldLayoutId id="2147483678" r:id="rId13"/>
    <p:sldLayoutId id="214748367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Orval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>
          <a:xfrm>
            <a:off x="719664" y="5096852"/>
            <a:ext cx="7615767" cy="291045"/>
          </a:xfrm>
        </p:spPr>
        <p:txBody>
          <a:bodyPr/>
          <a:lstStyle/>
          <a:p>
            <a:r>
              <a:rPr lang="ru-RU" dirty="0" smtClean="0"/>
              <a:t>Эрнандес Гарсия Даниэль Дельевич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>
          <a:xfrm>
            <a:off x="719664" y="5486289"/>
            <a:ext cx="7615767" cy="379226"/>
          </a:xfrm>
        </p:spPr>
        <p:txBody>
          <a:bodyPr/>
          <a:lstStyle/>
          <a:p>
            <a:r>
              <a:rPr lang="ru-RU" dirty="0" smtClean="0"/>
              <a:t>Веб-разработчик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8940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5630449"/>
          </a:xfrm>
        </p:spPr>
        <p:txBody>
          <a:bodyPr>
            <a:normAutofit/>
          </a:bodyPr>
          <a:lstStyle/>
          <a:p>
            <a:r>
              <a:rPr lang="ru-RU" sz="1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 — Автоматизация генерации типизированных API-клиентов</a:t>
            </a:r>
            <a:endParaRPr lang="en-US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API-клиентов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 </a:t>
            </a:r>
            <a:r>
              <a:rPr lang="ru-RU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boilerplate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-кода</a:t>
            </a: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типов запроса и ответа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риск </a:t>
            </a:r>
            <a:r>
              <a:rPr lang="ru-RU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рассинхрона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бэкендом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при изменении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 — 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генератор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клиентов на основе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типизированный код</a:t>
            </a: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Query, SWR, RTK Query,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fetch</a:t>
            </a: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Готовые хуки и функции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source, 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 развивается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73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6162261"/>
          </a:xfrm>
        </p:spPr>
        <p:txBody>
          <a:bodyPr>
            <a:normAutofit fontScale="92500" lnSpcReduction="20000"/>
          </a:bodyPr>
          <a:lstStyle/>
          <a:p>
            <a:r>
              <a:rPr lang="ru-RU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Базовая настройка</a:t>
            </a: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можно стандартной командой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 i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–D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генерации кода по спецификации достаточно использовать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директории с проектом</a:t>
            </a: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начала использования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 создать файл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orval.config.js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примерно следующим содержимым: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module.exports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‘your-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-name': 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input: 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OpenAPI.json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output: {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mode: 'single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mock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true,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target: './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schemas: './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3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client: 'react-query',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override: {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3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mutator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path: './</a:t>
            </a:r>
            <a:r>
              <a:rPr lang="en-US" sz="13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axiosClient.ts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name: '</a:t>
            </a:r>
            <a:r>
              <a:rPr lang="en-US" sz="13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customInstance</a:t>
            </a:r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},</a:t>
            </a:r>
          </a:p>
          <a:p>
            <a:r>
              <a:rPr lang="en-US" sz="13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ru-RU" sz="13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65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6162261"/>
          </a:xfrm>
        </p:spPr>
        <p:txBody>
          <a:bodyPr>
            <a:normAutofit/>
          </a:bodyPr>
          <a:lstStyle/>
          <a:p>
            <a:r>
              <a:rPr lang="ru-RU" sz="1800" b="1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Кастомны</a:t>
            </a:r>
            <a:r>
              <a:rPr lang="ru-RU" sz="1800" b="1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en-US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-US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ru-RU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(А</a:t>
            </a:r>
            <a:r>
              <a:rPr lang="en-US" sz="1800" b="1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xios</a:t>
            </a:r>
            <a:r>
              <a:rPr lang="en-US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instance</a:t>
            </a:r>
            <a:r>
              <a:rPr lang="ru-RU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добавления собственной логики работы своего клиента для выполнения запросов можно использовать примерно следующий подход:</a:t>
            </a:r>
          </a:p>
          <a:p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AXIOS_INSTANCE =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Axios.create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'&lt;BACKEND URL&gt;'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customInstance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&lt;T&gt;(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AxiosRequestConfig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options?: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AxiosRequestConfig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Promise&lt;T&gt; =&gt;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promise = AXIOS_INSTANCE({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...options,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}).then(({ data }) =&gt; data);</a:t>
            </a:r>
          </a:p>
          <a:p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return promise;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69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6162261"/>
          </a:xfrm>
        </p:spPr>
        <p:txBody>
          <a:bodyPr>
            <a:normAutofit/>
          </a:bodyPr>
          <a:lstStyle/>
          <a:p>
            <a:r>
              <a:rPr lang="ru-RU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Хуки </a:t>
            </a:r>
            <a:r>
              <a:rPr lang="en-US" sz="1800" b="1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</a:t>
            </a:r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 генерации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клиента бывает удобно сразу выполнить </a:t>
            </a:r>
            <a:r>
              <a:rPr lang="ru-RU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линты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Это возможно с использованием хука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afterAllFilesWrite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позволяющего запускать произвольный скрипт или функцию после генерации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module.exports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‘your-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-name':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input: '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OpenAPI.json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hooks: {</a:t>
            </a:r>
          </a:p>
          <a:p>
            <a:pPr lvl="1"/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afterAllFilesWrite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'prettier --write',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18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6162261"/>
          </a:xfrm>
        </p:spPr>
        <p:txBody>
          <a:bodyPr>
            <a:normAutofit/>
          </a:bodyPr>
          <a:lstStyle/>
          <a:p>
            <a:r>
              <a:rPr lang="ru-RU" sz="1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</a:t>
            </a:r>
            <a:r>
              <a:rPr lang="ru-RU" sz="1800" b="1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моков</a:t>
            </a:r>
            <a:r>
              <a:rPr lang="ru-RU" sz="1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клиенте </a:t>
            </a:r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генерировать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handler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могут быть использованы для создания 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ответов на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 клиента, структурированных и типизированных по схеме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Для этого необходимо прописать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mock: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опцию в </a:t>
            </a:r>
            <a:r>
              <a:rPr lang="ru-RU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конфиге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orval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/mocks/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handlers.ts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{ http,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HttpResponse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'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msw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handlers = [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http.get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('https://api.example.com/user', () =&gt;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HttpResponse.json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id: 'abc-123',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'John',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'Maverick',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})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}),</a:t>
            </a:r>
          </a:p>
          <a:p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9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6162261"/>
          </a:xfrm>
        </p:spPr>
        <p:txBody>
          <a:bodyPr>
            <a:normAutofit/>
          </a:bodyPr>
          <a:lstStyle/>
          <a:p>
            <a:r>
              <a:rPr lang="ru-RU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</a:t>
            </a:r>
            <a:r>
              <a:rPr lang="ru-RU" sz="1800" b="1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моков</a:t>
            </a:r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использования </a:t>
            </a:r>
            <a:r>
              <a:rPr lang="ru-RU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моков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необходимо прописать </a:t>
            </a:r>
            <a:r>
              <a:rPr lang="ru-RU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дополнителные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файлы.</a:t>
            </a:r>
            <a:endParaRPr lang="en-US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в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msw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workerDirectory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[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"public"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]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endParaRPr lang="en-US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отдельный скрипт, дающий ответы на запросы: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/mocks/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browser.ts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setupWorker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from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msw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/browser'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{ handlers } from './handlers.js'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setupWorker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(...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handlers)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02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2150" y="238539"/>
            <a:ext cx="10344647" cy="6162261"/>
          </a:xfrm>
        </p:spPr>
        <p:txBody>
          <a:bodyPr>
            <a:normAutofit fontScale="92500" lnSpcReduction="20000"/>
          </a:bodyPr>
          <a:lstStyle/>
          <a:p>
            <a:r>
              <a:rPr lang="ru-RU" sz="1800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</a:t>
            </a:r>
            <a:r>
              <a:rPr lang="ru-RU" sz="1800" b="1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моков</a:t>
            </a:r>
            <a:endParaRPr lang="ru-RU" sz="1800" b="1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Сгенерировать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worker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команду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msw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public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работы </a:t>
            </a:r>
            <a:r>
              <a:rPr lang="ru-RU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замоканного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Запустить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MSW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работы на фронте (если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бэкенда вдруг недоступно):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setValue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setIsWorkerReady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value: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isWorkerReady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=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useBoolean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(false);</a:t>
            </a:r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 smtClean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(() =&gt;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globalThis.window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!== undefined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&amp;&amp;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isWorkerReady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import('@/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/mock/browser')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.then(({ worker }) =&gt;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worker.start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r>
              <a:rPr lang="en-US" sz="1800" dirty="0" err="1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onUnhandledRequest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'bypass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r>
              <a:rPr lang="ru-RU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quiet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true}))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.then(() =&gt;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setIsWorkerReady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(true);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.catch((error) =&gt; {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console.error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('Failed to start MSW', error);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}, [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isWorkerReady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setIsWorkerReady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  <a:endParaRPr lang="ru-RU" sz="1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1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итульный слайд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541B8C7B-4633-2E45-B746-A05B8E1543F8}"/>
    </a:ext>
  </a:extLst>
</a:theme>
</file>

<file path=ppt/theme/theme2.xml><?xml version="1.0" encoding="utf-8"?>
<a:theme xmlns:a="http://schemas.openxmlformats.org/drawingml/2006/main" name="Тема Office">
  <a:themeElements>
    <a:clrScheme name="АСЭ няшная">
      <a:dk1>
        <a:srgbClr val="726F6F"/>
      </a:dk1>
      <a:lt1>
        <a:srgbClr val="FFFFFF"/>
      </a:lt1>
      <a:dk2>
        <a:srgbClr val="033174"/>
      </a:dk2>
      <a:lt2>
        <a:srgbClr val="E7E6E6"/>
      </a:lt2>
      <a:accent1>
        <a:srgbClr val="F1D8D9"/>
      </a:accent1>
      <a:accent2>
        <a:srgbClr val="E09BB0"/>
      </a:accent2>
      <a:accent3>
        <a:srgbClr val="3B91C7"/>
      </a:accent3>
      <a:accent4>
        <a:srgbClr val="7EAB7C"/>
      </a:accent4>
      <a:accent5>
        <a:srgbClr val="ABD0E0"/>
      </a:accent5>
      <a:accent6>
        <a:srgbClr val="6495BC"/>
      </a:accent6>
      <a:hlink>
        <a:srgbClr val="AEBCD7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</TotalTime>
  <Words>592</Words>
  <Application>Microsoft Office PowerPoint</Application>
  <PresentationFormat>Широкоэкранный</PresentationFormat>
  <Paragraphs>121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Rosatom Light</vt:lpstr>
      <vt:lpstr>Times New Roman</vt:lpstr>
      <vt:lpstr>Титульный слайд</vt:lpstr>
      <vt:lpstr>Тема Office</vt:lpstr>
      <vt:lpstr>Orval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Методология управления разработкой ПО</dc:title>
  <dc:creator>Пользователь</dc:creator>
  <cp:lastModifiedBy>Даниэль Эрнандес Гарсия</cp:lastModifiedBy>
  <cp:revision>100</cp:revision>
  <dcterms:created xsi:type="dcterms:W3CDTF">2020-10-13T10:00:27Z</dcterms:created>
  <dcterms:modified xsi:type="dcterms:W3CDTF">2025-12-09T21:58:05Z</dcterms:modified>
</cp:coreProperties>
</file>